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50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DriveGuard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Driver Fatigue &amp; Drowsiness Detection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5029200" cy="50292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· Real-Time · Explainable · Hackathon Ready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 Demo: drive-guard-ideatex.vercel.app</a:t>
            </a:r>
            <a:endParaRPr lang="en-US" sz="1300" dirty="0"/>
          </a:p>
        </p:txBody>
      </p:sp>
      <p:sp>
        <p:nvSpPr>
          <p:cNvPr id="20" name="Text 20"/>
          <p:cNvSpPr/>
          <p:nvPr/>
        </p:nvSpPr>
        <p:spPr>
          <a:xfrm>
            <a:off x="6207369" y="2834640"/>
            <a:ext cx="2198077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B4"/>
                </a:solidFill>
                <a:latin typeface="Calibri" pitchFamily="34" charset="0"/>
              </a:rPr>
              <a:t>Team: Nova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Titli Bhowmick · Md Saad Bin Kabir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Fatigue Kills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56032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road accidents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driver fatigue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56032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have fallen asleep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behind the wheel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56032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₹9.9L Cr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3504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cost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annually (3% of GDP)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warning before fatigue becomes critical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expensive hardware-dependent systems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thresholds don't account for individual differences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— drivers don't know WHY they're being alerted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DriveGuard: Your AI Co-Pilot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26974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600200"/>
            <a:ext cx="269748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Real-Time 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205740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Webcam-based detection of eye closure, blinks, yawns, head pose &amp; gaze using MediaPipe FaceMesh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974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600200"/>
            <a:ext cx="269748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Scoring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05740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fatigue risk score (0–100) with Explainable AI breakdown showing which signals triggered the alert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00200"/>
            <a:ext cx="26974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600200"/>
            <a:ext cx="269748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Personalized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0488" y="205740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calibration session captures your unique EAR, MAR &amp; blink-rate baselines — no false alarms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26974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91840"/>
            <a:ext cx="269748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Smart 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7490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alarm alerts with cooldown management so drivers aren't overwhelmed by repeated notifications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291840"/>
            <a:ext cx="26974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291840"/>
            <a:ext cx="269748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7490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session tracking, 7-day fatigue trends, risk frequency breakdown stored in SQLite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3291840"/>
            <a:ext cx="269748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3291840"/>
            <a:ext cx="269748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Live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37490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with live gauge, annotated video feed, stats panel and calibration UI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600200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600200"/>
            <a:ext cx="201168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8745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(real-time stream)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+ Hands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SQLite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 server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600200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160020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2103120"/>
            <a:ext cx="18745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(dev server)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canvas overlay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Recharts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600200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60020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/ 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18304" y="2103120"/>
            <a:ext cx="18745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(468 landmarks)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(EAR)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Aspect Ratio (MAR)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Pose Estimation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Fatigue Scorer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Explainer Engine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Onset Predictor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600200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1600200"/>
            <a:ext cx="20116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Infra / DevOps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94576" y="2103120"/>
            <a:ext cx="18745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config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 CDN)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reload (dev)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DriveGuard Delivers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41148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749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drivers via standard webcam — no special hardware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every frame: eye state, mouth state, head pose, hand proximity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 0–100 fatigue risk score in real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detection state to React dashboard over WebSocket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events in SQLite for post-session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XAI explanation for every alert triggered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personalized baseline calibration per driver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600200"/>
            <a:ext cx="402336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Signals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92040" y="2240280"/>
            <a:ext cx="128016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21762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(Eye Aspect Ratio)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92040" y="2587752"/>
            <a:ext cx="128016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25237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Rate Anomaly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2935224"/>
            <a:ext cx="12801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28712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(Mouth Aspect Ratio)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3282696"/>
            <a:ext cx="12801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32186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Pitch / Yaw Angle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3630168"/>
            <a:ext cx="12801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35661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Direction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92040" y="3977640"/>
            <a:ext cx="128016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9136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Hand-Near-Face (Phone)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4325112"/>
            <a:ext cx="128016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42611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Absence Detection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841248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00200"/>
            <a:ext cx="64008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6550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→ OpenCV + MediaPipe FaceMesh/Hands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EAR, MAR, head pose, blink rate, hand signals from every frame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41448"/>
            <a:ext cx="841248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41448"/>
            <a:ext cx="640080" cy="74980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4144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496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8072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Fatigue Scorer → XAI Explainer → Predictor → Alert Manager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0–100 risk score, contributing factors, trend prediction &amp; cooldown alerts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841248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82696"/>
            <a:ext cx="64008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8269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337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64845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 /ws/stream + SQLite via SQLAlchemy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management, event logging, calibration storage, REST analytics endpoints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23944"/>
            <a:ext cx="841248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123944"/>
            <a:ext cx="6400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2394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1788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48970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+ Analytics + Calibration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gauge, annotated video feed, historical charts, personalized settings page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600200"/>
            <a:ext cx="15544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69164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Webcam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2039112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capture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2029968"/>
            <a:ext cx="45720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31136" y="1975104"/>
            <a:ext cx="109728" cy="1097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600200"/>
            <a:ext cx="21945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59152" y="16916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MediaPipe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59152" y="203911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FaceMesh / Hands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2029968"/>
            <a:ext cx="45720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2896" y="1975104"/>
            <a:ext cx="109728" cy="1097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600200"/>
            <a:ext cx="1828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169164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Extractor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10912" y="203911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· MAR · Pose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2029968"/>
            <a:ext cx="45720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68896" y="1975104"/>
            <a:ext cx="109728" cy="1097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6002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B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96912" y="16916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Scorer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96912" y="20391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risk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0" y="2468880"/>
            <a:ext cx="0" cy="27432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2743200"/>
            <a:ext cx="1828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B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10912" y="283464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Explainer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10912" y="318211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breakdown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3172968"/>
            <a:ext cx="45720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68896" y="3118104"/>
            <a:ext cx="109728" cy="1097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27432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96912" y="28346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96912" y="318211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cooldown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52160" y="3611880"/>
            <a:ext cx="0" cy="27432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2743200"/>
            <a:ext cx="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3172968"/>
            <a:ext cx="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886200"/>
            <a:ext cx="2011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7472" y="397764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" y="432511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/ws/stream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4315968"/>
            <a:ext cx="45720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88336" y="4261104"/>
            <a:ext cx="109728" cy="1097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3886200"/>
            <a:ext cx="2011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816352" y="397764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SQLAlchemy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16352" y="432511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events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315968"/>
            <a:ext cx="45720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57216" y="4261104"/>
            <a:ext cx="109728" cy="1097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12080" y="3886200"/>
            <a:ext cx="1828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285232" y="397764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85232" y="432511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calibration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40880" y="4315968"/>
            <a:ext cx="457200" cy="0"/>
          </a:xfrm>
          <a:prstGeom prst="line">
            <a:avLst/>
          </a:prstGeom>
          <a:noFill/>
          <a:ln w="25400">
            <a:solidFill>
              <a:srgbClr val="00C8B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43216" y="4261104"/>
            <a:ext cx="109728" cy="1097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8080" y="3886200"/>
            <a:ext cx="13716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571232" y="39776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571232" y="432511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600200"/>
            <a:ext cx="1993392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69164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captures webcam frame, encodes as base64 JPEG, sends via WebSocket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600200"/>
            <a:ext cx="1993392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1691640"/>
            <a:ext cx="384048" cy="38404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99232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WebSocket endpoint decodes frame with OpenCV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600200"/>
            <a:ext cx="1993392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B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691640"/>
            <a:ext cx="384048" cy="384048"/>
          </a:xfrm>
          <a:prstGeom prst="ellipse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75504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18304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extracts 468 face landmarks + hand keypoints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600200"/>
            <a:ext cx="1993392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76288" y="169164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51776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94576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EAR, MAR, blink rate, head pitch/yaw, gaze &amp; hand proximity calculated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264408"/>
            <a:ext cx="1993392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3558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38130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fatigue scorer combines signals → 0–100 risk score + risk level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50592" y="3264408"/>
            <a:ext cx="1993392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23744" y="335584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3744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99232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542032" y="38130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Explainer lists top contributing factors with % weight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26864" y="3264408"/>
            <a:ext cx="1993392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0016" y="335584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75504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18304" y="38130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Manager fires voice/alarm if High risk, respecting cooldown timer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03136" y="3264408"/>
            <a:ext cx="1993392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76288" y="335584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51776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+ Log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94576" y="38130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JSON streamed to React; event logged to SQLite on risk change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Run DriveGuard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4160520" cy="162763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00200"/>
            <a:ext cx="4160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System Requirements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/ macOS / Linux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4 GB minimum (8 GB recommended)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Any modern multi-core processor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Webcam: Any USB or built-in camera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600200"/>
            <a:ext cx="4160520" cy="1627632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B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600200"/>
            <a:ext cx="416052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Backend Dependencies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4160520" cy="162763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383280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93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Frontend Dependencies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886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yarn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/ Chart.js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383280"/>
            <a:ext cx="4160520" cy="162763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383280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93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Optional /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886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(for containerised run)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account (for frontend deploy)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(for CI/CD)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device (for voice alerts)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DriveGuard Now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B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https://drive-guard-ideatex.vercel.app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GitHub: github.com/Pmskabir1234/DriveGuard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Start:  cd backend  →  pip install -r requirements.txt  →  uvicorn main:app --port 8000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 for safer roads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882</Words>
  <Application>Microsoft Office PowerPoint</Application>
  <PresentationFormat>On-screen Show (16:9)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DriveGuard – Smart Driver Fatigue Detection</dc:title>
  <dc:subject>PptxGenJS Presentation</dc:subject>
  <dc:creator>PptxGenJS</dc:creator>
  <cp:lastModifiedBy>saad kabir</cp:lastModifiedBy>
  <cp:revision>3</cp:revision>
  <dcterms:created xsi:type="dcterms:W3CDTF">2026-05-27T09:08:03Z</dcterms:created>
  <dcterms:modified xsi:type="dcterms:W3CDTF">2026-05-27T16:19:42Z</dcterms:modified>
</cp:coreProperties>
</file>